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3" autoAdjust="0"/>
    <p:restoredTop sz="94660"/>
  </p:normalViewPr>
  <p:slideViewPr>
    <p:cSldViewPr snapToGrid="0">
      <p:cViewPr varScale="1">
        <p:scale>
          <a:sx n="75" d="100"/>
          <a:sy n="75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9F73-B3B1-FC40-C095-50B06FC69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94A53-0A2A-D1F8-4BFB-4BF64AA80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6F920-C62E-7703-CCF3-D1F6A06F5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1007E-244D-5838-C58A-B2CBFAE6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404B2-27A0-3D85-DA5C-5E8E146B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0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E5B0-739D-CB10-DFA8-495C90795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C97F-52B3-BDE1-B52D-39D8548DC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27A61-1F2F-A7A5-2448-3806A632C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395A8-0D15-1C10-09A0-E6D0CA6E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F1722-0B47-B13D-9D38-7C7048DE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83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8C0C-A736-4289-83B5-66738D44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EC2D1-B3BC-957D-9688-9CEE03DBD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4946-4E10-52B8-D397-4D467F13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52C9B-1832-2773-55E4-0BE4529B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C225-F98F-F41F-E9FF-332649EC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E52E-5FC3-4EEF-E8ED-7FC96EA10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C472F-777E-245B-00AB-A325FB1C5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08AA0-D494-07E9-5D32-B84738178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CC0E4-BA99-9D0D-BADC-7AF85DF70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7F05C-EB6B-377D-ED59-6218D2D7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76632-C48F-2400-AB3B-80474DDF7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84CB-5BAC-F5A2-1EB7-810A7F870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130E1-46F9-4313-F933-7EC118234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A1744-7B18-5771-830D-A7179289D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A73A5C-C2F9-E6DA-4CCD-296F7F141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DCC70-9DAD-A57C-736E-F8A394DD0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16C42-62E1-98DE-149F-909E0E47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5A9A2-7EA5-9994-F4E1-60F3EB3D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46A9A-B305-2C7B-91BA-5BC131E9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38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BDFD-5266-9B42-0DFA-681A1A191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2280DC-D23B-E50A-2768-13F7573C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E40A3-149A-1B6C-F625-6221CDC2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770BC-9E65-D9FC-8682-791ACA03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EEA-D1BF-65B4-40AF-7AB1DE60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46B66-E7E3-7470-C44C-316DFC56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29506-6794-FCA1-43F4-65985E8C2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3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E813-1513-2DDA-EACF-0B8FCE31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BBD5-0198-0DB2-2380-D217BD13A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6634F-38CA-F281-AB12-990180830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23856-B64F-5EEE-45B2-B2309DD7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7239E-A4A0-C0D2-A79A-3824E86B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B1FF5-8F9F-7722-9537-7CD24E7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1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E30B-70C3-B0FE-2791-BB06FC0B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1B897-E5A2-34B7-E50F-DBD31BA72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419E3-756D-344C-67EE-8EBF0B620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5753F5-58A4-E414-B750-9C0F8019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550C0-DFB5-ED5C-1EF3-3C0E74B8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B831F-B2D1-63E3-3C3D-AAF5BD2D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69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0B8B-CEAF-F849-C76B-7DB73FF8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AE838-121C-FFA4-B3CC-D5703C7C2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B4526-7B2A-DDA5-DEAC-08C216A2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F5042-FFFA-8091-4166-D1CF3234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9E876-4469-D4D9-A1F4-8E0A6B1B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1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CE16B-39AD-3BB9-6024-F15CBF6FB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72589-E357-CCB5-6AA3-EA8B7C3C5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D0C23-1388-79DD-3135-BAA4F972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FE69-86C1-D474-350E-2397555A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B4428-158E-028C-2511-9DD1FA83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3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EDA7F-6BE7-0649-72FE-9125BF54C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0595C-3081-D5F5-10F0-4E06DCA2D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32730-F689-8AAC-D3B7-E01D985A5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EBC64-BBA8-4EB1-968E-C7A5805AAB1E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0C0E-E0ED-AECE-53EF-125E91E70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E22E3-30D3-CA46-3743-208289E7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205128-3551-4C7D-859B-4438C7E95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53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F3D8-6FDF-24F6-77E2-9A4A2FF51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4BFDE-B5E0-6152-4062-6FAD267444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2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25E7-F889-6FE4-3543-E62665DF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ABA62-375D-A0A1-4CE6-AF8EF2BDA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78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89C6-2F67-FBFC-5147-714582BA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F469F-D1CC-6CD1-FB35-1DA4C4E4C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2153"/>
          <a:stretch>
            <a:fillRect/>
          </a:stretch>
        </p:blipFill>
        <p:spPr>
          <a:xfrm>
            <a:off x="1581932" y="365125"/>
            <a:ext cx="8641568" cy="564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0E06C0-FFB5-FCCC-1B94-BAE48DE94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620786"/>
            <a:ext cx="10676545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34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Chidchanok Pleesudjai (Student)</dc:creator>
  <cp:lastModifiedBy>Chidchanok Pleesudjai (Student)</cp:lastModifiedBy>
  <cp:revision>1</cp:revision>
  <dcterms:created xsi:type="dcterms:W3CDTF">2026-04-23T21:27:50Z</dcterms:created>
  <dcterms:modified xsi:type="dcterms:W3CDTF">2026-04-23T22:10:30Z</dcterms:modified>
</cp:coreProperties>
</file>